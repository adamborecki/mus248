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3"/>
    <p:sldId id="257" r:id="rId2"/>
  </p:sldIdLst>
</p:presentation>
</file>

<file path=ppt/_rels/presentation.xml.rels><Relationships xmlns="http://schemas.openxmlformats.org/package/2006/relationships"><Relationship Id="rId2" Type="slide" Target="slides/slide1.xml"/><Relationship Id="rId3" Type="slide" Target="slides/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x"/>
          <p:cNvSpPr/>
          <p:nvPr>
            <p:ph type="title"/>
          </p:nvPr>
        </p:nvSpPr>
        <p:txBody>
          <a:p>
            <a:r>
              <a:t>Gain &amp; Signal Flow</a:t>
            </a:r>
          </a:p>
        </p:txBody>
      </p:sp>
      <p:sp>
        <p:nvSpPr>
          <p:cNvPr id="2" name="x"/>
          <p:cNvSpPr/>
          <p:nvPr>
            <p:ph idx="1"/>
          </p:nvPr>
        </p:nvSpPr>
        <p:txBody>
          <a:p>
            <a:r>
              <a:t>Set gain first</a:t>
            </a:r>
          </a:p>
          <a:p>
            <a:pPr lvl="1"/>
            <a:r>
              <a:t>Watch the meter</a:t>
            </a:r>
          </a:p>
          <a:p>
            <a:r>
              <a:t>Then the fader</a:t>
            </a:r>
          </a:p>
        </p:txBody>
      </p:sp>
      <p:sp>
        <p:nvSpPr>
          <p:cNvPr id="2" name="x"/>
          <p:cNvSpPr/>
          <p:nvPr/>
        </p:nvSpPr>
        <p:txBody>
          <a:p>
            <a:pPr lvl="0">
              <a:buNone/>
            </a:pPr>
            <a:r>
              <a:t>A plain text box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Category</a:t>
                      </a:r>
                    </a:p>
                  </a:txBody>
                </a:tc>
                <a:tc>
                  <a:txBody>
                    <a:p>
                      <a:r>
                        <a:t>Level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MIC</a:t>
                      </a:r>
                    </a:p>
                  </a:txBody>
                </a:tc>
                <a:tc>
                  <a:txBody>
                    <a:p>
                      <a:r>
                        <a:t>Very small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5" name="pic"/>
        </p:nvPic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x"/>
          <p:cNvSpPr/>
          <p:nvPr>
            <p:ph type="ctrTitle"/>
          </p:nvPr>
        </p:nvSpPr>
        <p:txBody>
          <a:p>
            <a:r>
              <a:t>Agenda</a:t>
            </a:r>
          </a:p>
        </p:txBody>
      </p:sp>
      <p:sp>
        <p:nvSpPr>
          <p:cNvPr id="2" name="x"/>
          <p:cNvSpPr/>
          <p:nvPr>
            <p:ph type="body" idx="1"/>
          </p:nvPr>
        </p:nvSpPr>
        <p:txBody>
          <a:p>
            <a:pPr lvl="0">
              <a:buAutoNum type="arabicPeriod"/>
            </a:pPr>
            <a:r>
              <a:t>Patch</a:t>
            </a:r>
          </a:p>
          <a:p>
            <a:pPr lvl="0">
              <a:buAutoNum type="arabicPeriod"/>
            </a:pPr>
            <a:r>
              <a:t>Line check</a:t>
            </a:r>
          </a:p>
        </p:txBody>
      </p:sp>
    </p:spTree>
  </p:cSld>
</p:sld>
</file>